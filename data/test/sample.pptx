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売上報告書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2024年度の売上は前年比120%を達成しました。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来期の計画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新規顧客獲得を重点施策とします。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